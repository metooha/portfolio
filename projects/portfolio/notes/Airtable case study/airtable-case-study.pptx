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-27432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FFFFFF">
                    <a:alpha val="6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SoT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· LIVING DESIGN · 2024–2025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Airtable as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 of Truth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749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shared token infrastructure ended the translation war between design and engineering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4709160"/>
            <a:ext cx="1463040" cy="25603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09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 Ha · Living Design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SITUATION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shared source of truth.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Everyone was working alone.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86000"/>
            <a:ext cx="265176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265176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was restricted. The core team locked down their files — no direct access, no token contributions, no syncing.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65176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2286000"/>
            <a:ext cx="265176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and Web each had their own token repos. GitHub was fragmented with no inheritance model.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265176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286000"/>
            <a:ext cx="265176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278892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teams needed branding tokens, extended components, and multi-org support that core simply didn't offer.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HUMAN COST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Eroded trust between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and engineering.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240280"/>
            <a:ext cx="822960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240280"/>
            <a:ext cx="64008" cy="2468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4231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865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were doing the same work twice — every team kept their own copy of the same tokens.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95351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1693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and engineers couldn't trust they were looking at the same thing. Decisions made in design were constantly re-litigated during implementation.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48386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472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teams had no clear place to go for answers, so they built in isolation — creating more inconsistency and more overhead.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1421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776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wasn't just inefficiency. It was eroded trust.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TASK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source everyone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could actually use.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06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Designer-owned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Maintainable without engineering skills. Designers stay in control of their tokens.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00600" y="2286000"/>
            <a:ext cx="4023360" cy="10972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6060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24505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Platform-agnostic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iOS, Android, and Web all pull from the same base at their own cadence.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611880"/>
            <a:ext cx="4023360" cy="10972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776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4300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Walmart US, Sam's Club, Bodega, Cashi — without duplicating everything.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800600" y="3611880"/>
            <a:ext cx="4023360" cy="109728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319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776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0" y="4114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teams can extend without the core team becoming a bottleneck.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DECISION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Airtable as Source of Truth.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114800" cy="11430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Figma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762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 restricted access. No versioning. Can't support cross-team inheritance.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1691640"/>
            <a:ext cx="4114800" cy="114300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1762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engineering skills to edit safely. Design ownership breaks down when tokens live in JSON files.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78308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017520"/>
            <a:ext cx="822960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Airtable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593592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570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will actually use it correctly at scale — relational tables, not JSON files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858768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2219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get a reliable API with structured, query-able token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123944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8736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model enables multi-brand theming without duplication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389120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35254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enough for design, structured enough for automation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"Tool selection should follow team behavior — not the other way around."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Airtable → Style Dictionary → GitHub Actions → Artifactory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554480"/>
            <a:ext cx="192024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554480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update tokens. Human-readable.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Relational. API-accessible.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67712" y="2697480"/>
            <a:ext cx="201168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2587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96312" y="1554480"/>
            <a:ext cx="192024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55448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33472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Dictionary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33472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3472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tokens to platform-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formats (iOS, Android, Web).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16552" y="2697480"/>
            <a:ext cx="201168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2587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45152" y="1554480"/>
            <a:ext cx="192024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155448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82312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82312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Validate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82312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 automated tests run 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sync. Fail loud, fail fast.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65392" y="2697480"/>
            <a:ext cx="201168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258775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93992" y="1554480"/>
            <a:ext cx="192024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93992" y="1554480"/>
            <a:ext cx="19202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31152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Artifactory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31152" y="2578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31152" y="29260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packages distributed.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pull on their own schedule.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updates a value → 10 minutes later it's live in production across all platforms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THEME HIERARCHY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 brands. One base.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Each layer only defines its overrides.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54864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1579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LD Base — Primitives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41401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650+ tokens. Raw values. Shared by all brands.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90372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shared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779776"/>
            <a:ext cx="731520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779776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834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Semantic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30906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tokens map intent → primitives (e.g. colorTextDefault → gray-900).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9169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inherited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3456432"/>
            <a:ext cx="640080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456432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2768" y="3511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WCP Theme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72768" y="37673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Commerce-specific overrides only. Sam's Club, Walmart+ branch from here.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89320" y="3593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∼20% override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28800" y="4133088"/>
            <a:ext cx="5486400" cy="594360"/>
          </a:xfrm>
          <a:prstGeom prst="rect">
            <a:avLst/>
          </a:prstGeom>
          <a:solidFill>
            <a:srgbClr val="1F2937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4133088"/>
            <a:ext cx="54864" cy="5943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9968" y="41879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Tenant Overrides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29968" y="44439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Brand-specific. Cashi, Bodega, Walmart Business. Only what's unique.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32120" y="4270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∼10% override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LD Base updates → all 17 downstream tenants receive the change automatically on the next sync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SAFETY 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347 tests. If it breaks,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pipeline stops — not the product.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194560" cy="246888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5603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347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per sync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2286000"/>
            <a:ext cx="585216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3408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Integrity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61518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tokens referencing tokens that no longer exist — the silent failures that are nearly impossible to debug on native platforms without a full audit.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3108960"/>
            <a:ext cx="585216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31638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Hex-to-Token Purity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43814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100% of color values resolve through the alias chain. No hardcoded hex values allowed — they undermine the entire governance model.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34640" y="3931920"/>
            <a:ext cx="5852160" cy="713232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9867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Versioning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26110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 flag as major versions (2.0.0). New features as minor. Simple updates as patches. Teams control when to upgrade — no surprise breakages.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THE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changes now reach production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10 minutes. Zero coordination. Zero errors.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2103120"/>
            <a:ext cx="1920240" cy="256032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2103120"/>
            <a:ext cx="192024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24231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47472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 → 10 min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2103120"/>
            <a:ext cx="1920240" cy="2560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210312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231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496312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 automated tests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45152" y="2103120"/>
            <a:ext cx="1920240" cy="256032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210312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4231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645152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themes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45152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self-service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93992" y="2103120"/>
            <a:ext cx="1920240" cy="2560320"/>
          </a:xfrm>
          <a:prstGeom prst="rect">
            <a:avLst/>
          </a:prstGeom>
          <a:solidFill>
            <a:srgbClr val="1F2937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93992" y="2103120"/>
            <a:ext cx="19202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24231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650+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6793992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managed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93992" y="3977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Designers work in Airtable.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Engineers consume versioned tokens.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coordination needed.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8229600" cy="1828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next: Automated dynamic SVG theming for illustrations — the infrastructure is in place.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 Ha · Living Design · Walmart Commerce Platform · 2024–2025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Airtable as Source of Truth</dc:title>
  <dc:subject>PptxGenJS Presentation</dc:subject>
  <dc:creator>Amy Ha</dc:creator>
  <cp:lastModifiedBy>Amy Ha</cp:lastModifiedBy>
  <cp:revision>1</cp:revision>
  <dcterms:created xsi:type="dcterms:W3CDTF">2026-05-27T16:41:40Z</dcterms:created>
  <dcterms:modified xsi:type="dcterms:W3CDTF">2026-05-27T16:41:40Z</dcterms:modified>
</cp:coreProperties>
</file>